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CanonSafe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Character IP Governance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The Palmer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The Problem: Uncontrolled AI Character Content 2. The Solution: CanonSafe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5-Pack System 3. Evaluation Pipeline &amp; Policy Engine 4. Platform Capabilities 5.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Architecture &amp; Integration 6. Key Metrics &amp;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700" b="1" i="0" u="none">
                <a:solidFill>
                  <a:srgbClr val="0078D7"/>
                </a:solidFill>
                <a:latin typeface="Segoe UI"/>
              </a:rPr>
              <a:t>The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4206240" y="2743200"/>
            <a:ext cx="731520" cy="731520"/>
          </a:xfrm>
          <a:prstGeom prst="ellipse">
            <a:avLst/>
          </a:prstGeom>
          <a:solidFill>
            <a:srgbClr val="FFC000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2743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282828"/>
                </a:solidFill>
                <a:latin typeface="Segoe UI Ligh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✗ Manual processes taking 8+ hours ✗ 40% error rate in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operations ✗ Limited scalability options ✗ Customer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complaints increasing ✗ High operational costs ✗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Inefficient resource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0078D7"/>
                </a:solidFill>
                <a:latin typeface="Segoe UI Light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✓ Automated workflows in 2 hours ✓ 2% error rate with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AI validation ✓ Infinite scalability in cloud ✓ 98%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customer satisfaction score ✓ 60% reduction in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operational costs ✓ Optimized resource management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5669280"/>
            <a:ext cx="2194560" cy="54864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309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 u="none">
                <a:solidFill>
                  <a:srgbClr val="FFC000"/>
                </a:solidFill>
                <a:latin typeface="Segoe UI Semibold"/>
              </a:rPr>
              <a:t>75% Overall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The 5-Pack Character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5-Pack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Evaluation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Policy Actions by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&gt;= 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u="none">
                <a:solidFill>
                  <a:srgbClr val="FFFFFF"/>
                </a:solidFill>
                <a:latin typeface="Segoe UI"/>
              </a:rPr>
              <a:t>0.7 - 0.89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Regenerate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u="none">
                <a:solidFill>
                  <a:srgbClr val="FFFFFF"/>
                </a:solidFill>
                <a:latin typeface="Segoe UI"/>
              </a:rPr>
              <a:t>0.5 - 0.69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Quarantine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Multi-Provider Bias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1: • Point A • Point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2: • Point C • Point 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Section 3: • Point E • Point 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383280"/>
            <a:ext cx="256032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Platform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Multi-Tenant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uq8hj9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loud 4"/>
          <p:cNvSpPr/>
          <p:nvPr/>
        </p:nvSpPr>
        <p:spPr>
          <a:xfrm>
            <a:off x="914400" y="1371600"/>
            <a:ext cx="914400" cy="914400"/>
          </a:xfrm>
          <a:prstGeom prst="cloud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0078D7"/>
                </a:solidFill>
                <a:latin typeface="Segoe UI Light"/>
              </a:rPr>
              <a:t>"This solution transformed our business operations and increased</a:t>
            </a:r>
          </a:p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0078D7"/>
                </a:solidFill>
                <a:latin typeface="Segoe UI Light"/>
              </a:rPr>
              <a:t>efficiency by 40%. We couldn't be more satisfied with the results."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444444"/>
                </a:solidFill>
                <a:latin typeface="Segoe UI"/>
              </a:rPr>
              <a:t>The Palmer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mib0x1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u="none">
                <a:solidFill>
                  <a:srgbClr val="444444"/>
                </a:solidFill>
                <a:latin typeface="Segoe UI"/>
              </a:rPr>
              <a:t>The Palmer Group s220284@gmail.com canonsafe-v2.vercel.app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Patent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CanonSafe V2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